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://127.0.0.1:8000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762000" y="4802981"/>
            <a:ext cx="2745432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